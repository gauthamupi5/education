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Monitoring System (BMS)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CTO Architecture Deck</a:t>
            </a:r>
          </a:p>
          <a:p>
            <a:r>
              <a:t>IoT + Hardware + Firmware + Cloud + AI</a:t>
            </a:r>
          </a:p>
          <a:p>
            <a:r>
              <a:t>Predictive Maintenance &amp; Fleet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battery monitoring</a:t>
            </a:r>
          </a:p>
          <a:p>
            <a:r>
              <a:t>AI-driven predictive maintenance</a:t>
            </a:r>
          </a:p>
          <a:p>
            <a:r>
              <a:t>20–40% maintenance cost reduction</a:t>
            </a:r>
          </a:p>
          <a:p>
            <a:r>
              <a:t>Scalable to millions of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Battery → Sensors → MCU → Connectivity → Cloud → Applications</a:t>
            </a:r>
          </a:p>
          <a:p>
            <a:r>
              <a:t>End-to-end observability and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Voltage, current, temperature sensing</a:t>
            </a:r>
          </a:p>
          <a:p>
            <a:r>
              <a:t>Analog Front End (AFE)</a:t>
            </a:r>
          </a:p>
          <a:p>
            <a:r>
              <a:t>MCU (ARM Cortex-M)</a:t>
            </a:r>
          </a:p>
          <a:p>
            <a:r>
              <a:t>Connectivity: BLE, LTE, LoRa</a:t>
            </a:r>
          </a:p>
          <a:p>
            <a:r>
              <a:t>Power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RTOS-based system (FreeRTOS)</a:t>
            </a:r>
          </a:p>
          <a:p>
            <a:r>
              <a:t>SOC/SOH estimation</a:t>
            </a:r>
          </a:p>
          <a:p>
            <a:r>
              <a:t>Fault detection</a:t>
            </a:r>
          </a:p>
          <a:p>
            <a:r>
              <a:t>MQTT/CoAP communication</a:t>
            </a:r>
          </a:p>
          <a:p>
            <a:r>
              <a:t>OTA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Connectivity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MQTT-based telemetry</a:t>
            </a:r>
          </a:p>
          <a:p>
            <a:r>
              <a:t>Edge compression and batching</a:t>
            </a:r>
          </a:p>
          <a:p>
            <a:r>
              <a:t>Secure TLS communication</a:t>
            </a:r>
          </a:p>
          <a:p>
            <a:r>
              <a:t>Offline buffering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MQTT ingestion (IoT Core)</a:t>
            </a:r>
          </a:p>
          <a:p>
            <a:r>
              <a:t>Streaming (Kafka/Kinesis)</a:t>
            </a:r>
          </a:p>
          <a:p>
            <a:r>
              <a:t>Storage (Time-series + Data Lake)</a:t>
            </a:r>
          </a:p>
          <a:p>
            <a:r>
              <a:t>Microservices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/ Predictive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Battery degradation models</a:t>
            </a:r>
          </a:p>
          <a:p>
            <a:r>
              <a:t>Remaining Useful Life (RUL)</a:t>
            </a:r>
          </a:p>
          <a:p>
            <a:r>
              <a:t>Anomaly detection</a:t>
            </a:r>
          </a:p>
          <a:p>
            <a:r>
              <a:t>Maintenance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Fleet dashboard</a:t>
            </a:r>
          </a:p>
          <a:p>
            <a:r>
              <a:t>Alerts &amp; notifications</a:t>
            </a:r>
          </a:p>
          <a:p>
            <a:r>
              <a:t>Device management</a:t>
            </a:r>
          </a:p>
          <a:p>
            <a:r>
              <a:t>Analytics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certificates (X.509)</a:t>
            </a:r>
          </a:p>
          <a:p>
            <a:r>
              <a:t>Secure boot &amp; firmware signing</a:t>
            </a:r>
          </a:p>
          <a:p>
            <a:r>
              <a:t>TLS encryption</a:t>
            </a:r>
          </a:p>
          <a:p>
            <a:r>
              <a:t>IAM &amp; access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OTA &amp;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Remote firmware updates</a:t>
            </a:r>
          </a:p>
          <a:p>
            <a:r>
              <a:t>Device twin</a:t>
            </a:r>
          </a:p>
          <a:p>
            <a:r>
              <a:t>Diagnostics &amp; logs</a:t>
            </a:r>
          </a:p>
          <a:p>
            <a:r>
              <a:t>Version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100K–1M devices</a:t>
            </a:r>
          </a:p>
          <a:p>
            <a:r>
              <a:t>Horizontal scaling</a:t>
            </a:r>
          </a:p>
          <a:p>
            <a:r>
              <a:t>Partitioned streaming</a:t>
            </a:r>
          </a:p>
          <a:p>
            <a:r>
              <a:t>Sharded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Under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100K devices → 100K msgs/sec</a:t>
            </a:r>
          </a:p>
          <a:p>
            <a:r>
              <a:t>MQTT → Kafka → Processing → DB</a:t>
            </a:r>
          </a:p>
          <a:p>
            <a:r>
              <a:t>Retry &amp; dead-letter queues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 intelligence</a:t>
            </a:r>
          </a:p>
          <a:p>
            <a:r>
              <a:t>AI-driven predictions</a:t>
            </a:r>
          </a:p>
          <a:p>
            <a:r>
              <a:t>Battery chemistry awareness</a:t>
            </a:r>
          </a:p>
          <a:p>
            <a:r>
              <a:t>Enterprise-grade scale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fleets</a:t>
            </a:r>
          </a:p>
          <a:p>
            <a:r>
              <a:t>Solar storage</a:t>
            </a:r>
          </a:p>
          <a:p>
            <a:r>
              <a:t>Telecom towers</a:t>
            </a:r>
          </a:p>
          <a:p>
            <a:r>
              <a:t>Medical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259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Battery Monitoring System (BMS) Platform</vt:lpstr>
      <vt:lpstr>Executive Summary</vt:lpstr>
      <vt:lpstr>System Overview</vt:lpstr>
      <vt:lpstr>Hardware Architecture</vt:lpstr>
      <vt:lpstr>Firmware Architecture</vt:lpstr>
      <vt:lpstr>Connectivity &amp; Data Flow</vt:lpstr>
      <vt:lpstr>Cloud Architecture</vt:lpstr>
      <vt:lpstr>AI / Predictive Layer</vt:lpstr>
      <vt:lpstr>Application Layer</vt:lpstr>
      <vt:lpstr>Security Architecture</vt:lpstr>
      <vt:lpstr>OTA &amp; Lifecycle Management</vt:lpstr>
      <vt:lpstr>Scalability</vt:lpstr>
      <vt:lpstr>System Under Load</vt:lpstr>
      <vt:lpstr>Differentiators</vt:lpstr>
      <vt:lpstr>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Monitoring System (BMS) Platform</dc:title>
  <dc:subject/>
  <dc:creator>Priya</dc:creator>
  <cp:keywords/>
  <dc:description>generated using python-pptx</dc:description>
  <cp:lastModifiedBy>Priya</cp:lastModifiedBy>
  <cp:revision>2</cp:revision>
  <dcterms:created xsi:type="dcterms:W3CDTF">2013-01-27T09:14:16Z</dcterms:created>
  <dcterms:modified xsi:type="dcterms:W3CDTF">2026-04-06T08:51:30Z</dcterms:modified>
  <cp:category/>
</cp:coreProperties>
</file>