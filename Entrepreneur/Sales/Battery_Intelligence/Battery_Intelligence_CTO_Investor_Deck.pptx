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Intelligence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Investor / CTO Deck</a:t>
            </a:r>
          </a:p>
          <a:p>
            <a:pPr/>
            <a:r>
              <a:t>End-to-End: Hardware + Firmware + IoT + AI</a:t>
            </a:r>
          </a:p>
          <a:p>
            <a:pPr/>
            <a:r>
              <a:t>Predictive Maintenance at Scale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Battery failures are unpredictable</a:t>
            </a:r>
          </a:p>
          <a:p>
            <a:pPr/>
            <a:r>
              <a:t>High downtime &amp; maintenance cost</a:t>
            </a:r>
          </a:p>
          <a:p>
            <a:pPr/>
            <a:r>
              <a:t>No real-time fleet visibility</a:t>
            </a:r>
          </a:p>
          <a:p>
            <a:pPr/>
            <a:r>
              <a:t>Reactive instead of predictive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Edge + Cloud battery intelligence platform</a:t>
            </a:r>
          </a:p>
          <a:p>
            <a:pPr/>
            <a:r>
              <a:t>Real-time monitoring + predictive AI</a:t>
            </a:r>
          </a:p>
          <a:p>
            <a:pPr/>
            <a:r>
              <a:t>Fleet-scale observability</a:t>
            </a:r>
          </a:p>
          <a:p>
            <a:pPr/>
            <a:r>
              <a:t>Remote diagnostics &amp; OTA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EV fleets, solar storage, telecom, UPS</a:t>
            </a:r>
          </a:p>
          <a:p>
            <a:pPr/>
            <a:r>
              <a:t>Massive growth in battery-dependent infra</a:t>
            </a:r>
          </a:p>
          <a:p>
            <a:pPr/>
            <a:r>
              <a:t>Shift toward predictive maintenance</a:t>
            </a:r>
          </a:p>
          <a:p>
            <a:pPr/>
            <a:r>
              <a:t>High ROI via cost savings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Battery → Sensors → MCU → Connectivity</a:t>
            </a:r>
          </a:p>
          <a:p>
            <a:pPr/>
            <a:r>
              <a:t>Cloud ingestion → AI → Applications</a:t>
            </a:r>
          </a:p>
          <a:p>
            <a:pPr/>
            <a:r>
              <a:t>Closed-loop intelligence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(Deep Tech Layer)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High-precision sensing (voltage/current/temp)</a:t>
            </a:r>
          </a:p>
          <a:p>
            <a:pPr/>
            <a:r>
              <a:t>Analog Front End (AFE)</a:t>
            </a:r>
          </a:p>
          <a:p>
            <a:pPr/>
            <a:r>
              <a:t>MCU (RTOS-based)</a:t>
            </a:r>
          </a:p>
          <a:p>
            <a:pPr/>
            <a:r>
              <a:t>Ultra-low power design</a:t>
            </a:r>
          </a:p>
          <a:p>
            <a:pPr/>
            <a:r>
              <a:t>Industrial-grade reliability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Firmware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SOC/SOH estimation algorithms</a:t>
            </a:r>
          </a:p>
          <a:p>
            <a:pPr/>
            <a:r>
              <a:t>Fault detection (thermal, voltage, current)</a:t>
            </a:r>
          </a:p>
          <a:p>
            <a:pPr/>
            <a:r>
              <a:t>Edge analytics + filtering</a:t>
            </a:r>
          </a:p>
          <a:p>
            <a:pPr/>
            <a:r>
              <a:t>Offline buffering</a:t>
            </a:r>
          </a:p>
          <a:p>
            <a:pPr/>
            <a:r>
              <a:t>OTA firmware updates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Connectivity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Protocols: MQTT, CoAP, HTTPS</a:t>
            </a:r>
          </a:p>
          <a:p>
            <a:pPr/>
            <a:r>
              <a:t>LTE / NB-IoT / LoRa / BLE</a:t>
            </a:r>
          </a:p>
          <a:p>
            <a:pPr/>
            <a:r>
              <a:t>Secure TLS communication</a:t>
            </a:r>
          </a:p>
          <a:p>
            <a:pPr/>
            <a:r>
              <a:t>Adaptive data transmission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IoT ingestion (MQTT broker)</a:t>
            </a:r>
          </a:p>
          <a:p>
            <a:pPr/>
            <a:r>
              <a:t>Streaming (Kafka/Kinesis)</a:t>
            </a:r>
          </a:p>
          <a:p>
            <a:pPr/>
            <a:r>
              <a:t>Time-series DB + Data lake</a:t>
            </a:r>
          </a:p>
          <a:p>
            <a:pPr/>
            <a:r>
              <a:t>Microservices APIs</a:t>
            </a:r>
          </a:p>
          <a:p>
            <a:pPr/>
            <a:r>
              <a:t>Digital twin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/ Predictive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Battery degradation modeling</a:t>
            </a:r>
          </a:p>
          <a:p>
            <a:pPr/>
            <a:r>
              <a:t>Remaining Useful Life prediction</a:t>
            </a:r>
          </a:p>
          <a:p>
            <a:pPr/>
            <a:r>
              <a:t>Anomaly detection</a:t>
            </a:r>
          </a:p>
          <a:p>
            <a:pPr/>
            <a:r>
              <a:t>Maintenance optimization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Fleet dashboard</a:t>
            </a:r>
          </a:p>
          <a:p>
            <a:pPr/>
            <a:r>
              <a:t>Alerts &amp; notifications</a:t>
            </a:r>
          </a:p>
          <a:p>
            <a:pPr/>
            <a:r>
              <a:t>Battery health analytics</a:t>
            </a:r>
          </a:p>
          <a:p>
            <a:pPr/>
            <a:r>
              <a:t>Device control panel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Device identity (X.509 certs)</a:t>
            </a:r>
          </a:p>
          <a:p>
            <a:pPr/>
            <a:r>
              <a:t>Secure boot &amp; signed firmware</a:t>
            </a:r>
          </a:p>
          <a:p>
            <a:pPr/>
            <a:r>
              <a:t>TLS encryption end-to-end</a:t>
            </a:r>
          </a:p>
          <a:p>
            <a:pPr/>
            <a:r>
              <a:t>IAM &amp; role-based access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Designed for 1M+ devices</a:t>
            </a:r>
          </a:p>
          <a:p>
            <a:pPr/>
            <a:r>
              <a:t>Horizontal scaling (MQTT, Kafka)</a:t>
            </a:r>
          </a:p>
          <a:p>
            <a:pPr/>
            <a:r>
              <a:t>Partitioned streaming</a:t>
            </a:r>
          </a:p>
          <a:p>
            <a:pPr/>
            <a:r>
              <a:t>High-throughput ingestion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Under 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100K devices → 100K msgs/sec</a:t>
            </a:r>
          </a:p>
          <a:p>
            <a:pPr/>
            <a:r>
              <a:t>Backpressure handling</a:t>
            </a:r>
          </a:p>
          <a:p>
            <a:pPr/>
            <a:r>
              <a:t>Retry queues</a:t>
            </a:r>
          </a:p>
          <a:p>
            <a:pPr/>
            <a:r>
              <a:t>Dead-letter topics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Differentiators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Edge intelligence (not dumb telemetry)</a:t>
            </a:r>
          </a:p>
          <a:p>
            <a:pPr/>
            <a:r>
              <a:t>AI-driven predictions</a:t>
            </a:r>
          </a:p>
          <a:p>
            <a:pPr/>
            <a:r>
              <a:t>Battery chemistry-aware models</a:t>
            </a:r>
          </a:p>
          <a:p>
            <a:pPr/>
            <a:r>
              <a:t>Full-stack ownership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Reduce maintenance cost by 20–40%</a:t>
            </a:r>
          </a:p>
          <a:p>
            <a:pPr/>
            <a:r>
              <a:t>Prevent failures before they occur</a:t>
            </a:r>
          </a:p>
          <a:p>
            <a:pPr/>
            <a:r>
              <a:t>Increase battery lifecycle</a:t>
            </a:r>
          </a:p>
          <a:p>
            <a:pPr/>
            <a:r>
              <a:t>Improve operational efficiency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Phase 1: Monitoring + dashboard</a:t>
            </a:r>
          </a:p>
          <a:p>
            <a:pPr/>
            <a:r>
              <a:t>Phase 2: Predictive AI</a:t>
            </a:r>
          </a:p>
          <a:p>
            <a:pPr/>
            <a:r>
              <a:t>Phase 3: Autonomous optimization</a:t>
            </a:r>
          </a:p>
          <a:p>
            <a:pPr/>
            <a:r>
              <a:t>Phase 4: Energy trading integration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Scalable, intelligent battery platform</a:t>
            </a:r>
          </a:p>
          <a:p>
            <a:pPr/>
            <a:r>
              <a:t>Strong ROI + defensible tech moat</a:t>
            </a:r>
          </a:p>
          <a:p>
            <a:pPr/>
            <a:r>
              <a:t>Ready for enterprise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